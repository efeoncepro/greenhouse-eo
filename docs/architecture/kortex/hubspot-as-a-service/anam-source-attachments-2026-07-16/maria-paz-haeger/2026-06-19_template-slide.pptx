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836" r:id="rId4"/>
  </p:sldMasterIdLst>
  <p:notesMasterIdLst>
    <p:notesMasterId r:id="rId6"/>
  </p:notesMasterIdLst>
  <p:sldIdLst>
    <p:sldId id="2147376869" r:id="rId5"/>
  </p:sldIdLst>
  <p:sldSz cx="9144000" cy="5143500" type="screen16x9"/>
  <p:notesSz cx="6858000" cy="9144000"/>
  <p:embeddedFontLst>
    <p:embeddedFont>
      <p:font typeface="Montserrat ExtraBold" panose="020B0604020202020204" charset="0"/>
      <p:bold r:id="rId7"/>
      <p:boldItalic r:id="rId8"/>
    </p:embeddedFont>
    <p:embeddedFont>
      <p:font typeface="Montserrat" panose="020B0604020202020204" charset="0"/>
      <p:regular r:id="rId9"/>
      <p:bold r:id="rId10"/>
      <p:italic r:id="rId11"/>
      <p:boldItalic r:id="rId12"/>
    </p:embeddedFont>
    <p:embeddedFont>
      <p:font typeface="Century Gothic" panose="020B050202020202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D266FFA-14A4-C6A5-90E2-F4FE615B848F}" name="Jose Pedro De Oliveira Barrios" initials="JD" userId="S::jdeoliveirab@anam.cl::8f2b635a-1863-484a-86f3-65e1b9c29ef6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3F8143"/>
    <a:srgbClr val="0B3A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032577D-BAFD-9826-D3A4-3C771E25B4AC}" v="411" dt="2026-06-19T01:25:45.968"/>
    <p1510:client id="{CEB625D2-11BE-5842-0636-6D9EE715CF3F}" v="4" dt="2026-06-19T13:58:27.23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Estilo medio 4 - Énfasis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FD0F851-EC5A-4D38-B0AD-8093EC10F338}" styleName="Estilo claro 1 - Acento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69CF1AB2-1976-4502-BF36-3FF5EA218861}" styleName="Estilo medio 4 - Énfasis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Estilo medio 4 - Énfasis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Estilo medio 2 - Énfasis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5758FB7-9AC5-4552-8A53-C91805E547FA}" styleName="Estilo temático 1 - Énfasis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06799F8-075E-4A3A-A7F6-7FBC6576F1A4}" styleName="Estilo temático 2 - Énfasis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78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font" Target="fonts/font7.fntdata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presProps" Target="presProps.xml"/><Relationship Id="rId59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openxmlformats.org/officeDocument/2006/relationships/font" Target="fonts/font10.fntdata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font" Target="fonts/font9.fntdata"/><Relationship Id="rId10" Type="http://schemas.openxmlformats.org/officeDocument/2006/relationships/font" Target="fonts/font4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font" Target="fonts/font3.fntdata"/><Relationship Id="rId14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15A46-4FAE-FE28-C435-C3A2C9B912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002A833-ACB2-A28F-AA13-7848E83564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6400" y="696913"/>
            <a:ext cx="6197600" cy="348615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F63EAFF2-68FB-8B33-5439-44E48E6ACE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6BBB5D4-2F8D-63EE-4820-A7F3F64D7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lIns="93177" tIns="46589" rIns="93177" bIns="46589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15396651-8399-47CA-81D6-C77426F089E9}" type="slidenum">
              <a:rPr kumimoji="0" lang="es-CL" sz="1400" b="0" i="0" u="none" strike="noStrike" kern="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CL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731761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35FE099E-88DB-3542-BB15-6C5BD3B98F7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6058" y="1137611"/>
            <a:ext cx="679718" cy="6800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uk-UA"/>
          </a:p>
        </p:txBody>
      </p:sp>
      <p:sp>
        <p:nvSpPr>
          <p:cNvPr id="4" name="Picture Placeholder 4">
            <a:extLst>
              <a:ext uri="{FF2B5EF4-FFF2-40B4-BE49-F238E27FC236}">
                <a16:creationId xmlns:a16="http://schemas.microsoft.com/office/drawing/2014/main" id="{E8921EC6-6B3D-E343-B001-CE8B5596E64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103001" y="2064125"/>
            <a:ext cx="679718" cy="6800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uk-UA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A4C0A95-D732-AE45-83CA-B7A084FB487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10235" y="2064125"/>
            <a:ext cx="679718" cy="6800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uk-UA"/>
          </a:p>
        </p:txBody>
      </p:sp>
      <p:sp>
        <p:nvSpPr>
          <p:cNvPr id="6" name="Picture Placeholder 4">
            <a:extLst>
              <a:ext uri="{FF2B5EF4-FFF2-40B4-BE49-F238E27FC236}">
                <a16:creationId xmlns:a16="http://schemas.microsoft.com/office/drawing/2014/main" id="{225FC4A0-EA86-174E-80BF-B0C64A2AC77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103001" y="2863796"/>
            <a:ext cx="679718" cy="6800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uk-UA"/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B773B40E-3248-D443-85D7-3CF9B96E2B2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010235" y="2863796"/>
            <a:ext cx="679718" cy="6800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uk-UA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32D22F9A-533F-0B49-8C77-099A702450B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010235" y="3673886"/>
            <a:ext cx="679718" cy="6800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uk-UA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9FA9F395-3C47-2D45-AE6C-16E8184A065A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103001" y="3673886"/>
            <a:ext cx="679718" cy="680063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/>
        </p:spPr>
        <p:txBody>
          <a:bodyPr>
            <a:normAutofit/>
          </a:bodyPr>
          <a:lstStyle>
            <a:lvl1pPr marL="0" indent="0">
              <a:buNone/>
              <a:defRPr sz="900"/>
            </a:lvl1pPr>
          </a:lstStyle>
          <a:p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5869314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826" r:id="rId1"/>
    <p:sldLayoutId id="2147483828" r:id="rId2"/>
    <p:sldLayoutId id="2147483829" r:id="rId3"/>
    <p:sldLayoutId id="2147483830" r:id="rId4"/>
    <p:sldLayoutId id="2147483831" r:id="rId5"/>
    <p:sldLayoutId id="2147483832" r:id="rId6"/>
    <p:sldLayoutId id="2147483833" r:id="rId7"/>
    <p:sldLayoutId id="2147483834" r:id="rId8"/>
    <p:sldLayoutId id="214748383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443AF-91B7-554E-A102-66554E7A4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Subtítulo 2">
            <a:extLst>
              <a:ext uri="{FF2B5EF4-FFF2-40B4-BE49-F238E27FC236}">
                <a16:creationId xmlns:a16="http://schemas.microsoft.com/office/drawing/2014/main" id="{580C236B-9CEE-943F-418E-6A966E0246C9}"/>
              </a:ext>
            </a:extLst>
          </p:cNvPr>
          <p:cNvSpPr txBox="1">
            <a:spLocks/>
          </p:cNvSpPr>
          <p:nvPr/>
        </p:nvSpPr>
        <p:spPr>
          <a:xfrm>
            <a:off x="2497087" y="5597464"/>
            <a:ext cx="1444628" cy="349470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>
              <a:lnSpc>
                <a:spcPts val="2835"/>
              </a:lnSpc>
            </a:pPr>
            <a:endParaRPr lang="es-CL" sz="1050" b="1">
              <a:solidFill>
                <a:srgbClr val="0FADDC"/>
              </a:solidFill>
              <a:latin typeface="Century Gothic" panose="020B0502020202020204" pitchFamily="34" charset="0"/>
            </a:endParaRPr>
          </a:p>
        </p:txBody>
      </p:sp>
      <p:sp>
        <p:nvSpPr>
          <p:cNvPr id="37" name="Subtítulo 2">
            <a:extLst>
              <a:ext uri="{FF2B5EF4-FFF2-40B4-BE49-F238E27FC236}">
                <a16:creationId xmlns:a16="http://schemas.microsoft.com/office/drawing/2014/main" id="{05D86E05-CE72-4414-AE90-8E66EA82621C}"/>
              </a:ext>
            </a:extLst>
          </p:cNvPr>
          <p:cNvSpPr txBox="1">
            <a:spLocks/>
          </p:cNvSpPr>
          <p:nvPr/>
        </p:nvSpPr>
        <p:spPr>
          <a:xfrm>
            <a:off x="1483846" y="7343187"/>
            <a:ext cx="1444628" cy="349470"/>
          </a:xfrm>
          <a:prstGeom prst="rect">
            <a:avLst/>
          </a:prstGeom>
          <a:effectLst/>
        </p:spPr>
        <p:txBody>
          <a:bodyPr vert="horz" lIns="68580" tIns="34290" rIns="68580" bIns="34290" rtlCol="0">
            <a:no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>
              <a:lnSpc>
                <a:spcPts val="2835"/>
              </a:lnSpc>
            </a:pPr>
            <a:endParaRPr lang="es-CL" sz="1050" b="1">
              <a:solidFill>
                <a:srgbClr val="0FADDC"/>
              </a:solidFill>
              <a:latin typeface="Century Gothic" panose="020B0502020202020204" pitchFamily="34" charset="0"/>
            </a:endParaRPr>
          </a:p>
        </p:txBody>
      </p:sp>
      <p:sp>
        <p:nvSpPr>
          <p:cNvPr id="50" name="Google Shape;313;p32">
            <a:extLst>
              <a:ext uri="{FF2B5EF4-FFF2-40B4-BE49-F238E27FC236}">
                <a16:creationId xmlns:a16="http://schemas.microsoft.com/office/drawing/2014/main" id="{32663959-42A9-2ACA-501F-FC66F11FDF54}"/>
              </a:ext>
            </a:extLst>
          </p:cNvPr>
          <p:cNvSpPr txBox="1"/>
          <p:nvPr/>
        </p:nvSpPr>
        <p:spPr>
          <a:xfrm>
            <a:off x="2613078" y="1774502"/>
            <a:ext cx="1499264" cy="5308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/>
            <a:r>
              <a:rPr lang="es-CL" sz="12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CIERRES </a:t>
            </a:r>
            <a:r>
              <a:rPr lang="es-CL" sz="105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GANADOS</a:t>
            </a:r>
            <a:endParaRPr sz="105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51" name="Google Shape;313;p32">
            <a:extLst>
              <a:ext uri="{FF2B5EF4-FFF2-40B4-BE49-F238E27FC236}">
                <a16:creationId xmlns:a16="http://schemas.microsoft.com/office/drawing/2014/main" id="{2FD58A01-BC50-3EBF-B39F-FD04DD7FC14F}"/>
              </a:ext>
            </a:extLst>
          </p:cNvPr>
          <p:cNvSpPr txBox="1"/>
          <p:nvPr/>
        </p:nvSpPr>
        <p:spPr>
          <a:xfrm>
            <a:off x="826380" y="1780917"/>
            <a:ext cx="2079561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/>
            <a:r>
              <a:rPr lang="es-CL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1638 UF</a:t>
            </a:r>
          </a:p>
        </p:txBody>
      </p:sp>
      <p:sp>
        <p:nvSpPr>
          <p:cNvPr id="60" name="Google Shape;313;p32">
            <a:extLst>
              <a:ext uri="{FF2B5EF4-FFF2-40B4-BE49-F238E27FC236}">
                <a16:creationId xmlns:a16="http://schemas.microsoft.com/office/drawing/2014/main" id="{9CB05A5A-28C8-53A7-59E9-AFD91C792AA5}"/>
              </a:ext>
            </a:extLst>
          </p:cNvPr>
          <p:cNvSpPr txBox="1"/>
          <p:nvPr/>
        </p:nvSpPr>
        <p:spPr>
          <a:xfrm>
            <a:off x="2497087" y="3998530"/>
            <a:ext cx="149926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/>
            <a:r>
              <a:rPr lang="es-CL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INTER.</a:t>
            </a:r>
            <a:endParaRPr sz="18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61" name="Google Shape;313;p32">
            <a:extLst>
              <a:ext uri="{FF2B5EF4-FFF2-40B4-BE49-F238E27FC236}">
                <a16:creationId xmlns:a16="http://schemas.microsoft.com/office/drawing/2014/main" id="{C1B57CD5-88A2-928D-862A-817D46794CDE}"/>
              </a:ext>
            </a:extLst>
          </p:cNvPr>
          <p:cNvSpPr txBox="1"/>
          <p:nvPr/>
        </p:nvSpPr>
        <p:spPr>
          <a:xfrm>
            <a:off x="785346" y="3915982"/>
            <a:ext cx="214097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/>
            <a:r>
              <a:rPr lang="es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767 UF</a:t>
            </a:r>
            <a:endParaRPr sz="24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7" name="Google Shape;153;p22" title="barrita.png">
            <a:extLst>
              <a:ext uri="{FF2B5EF4-FFF2-40B4-BE49-F238E27FC236}">
                <a16:creationId xmlns:a16="http://schemas.microsoft.com/office/drawing/2014/main" id="{B854F53C-06D5-0CE7-73A2-6D72C7BA5A15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77726" t="91569" b="5748"/>
          <a:stretch/>
        </p:blipFill>
        <p:spPr>
          <a:xfrm>
            <a:off x="7355632" y="4851190"/>
            <a:ext cx="2036726" cy="13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Imagen 8" descr="Logotipo, nombre de la empresa&#10;&#10;El contenido generado por IA puede ser incorrecto.">
            <a:extLst>
              <a:ext uri="{FF2B5EF4-FFF2-40B4-BE49-F238E27FC236}">
                <a16:creationId xmlns:a16="http://schemas.microsoft.com/office/drawing/2014/main" id="{C1544C9C-831E-18D1-51F8-CD79835569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50521" y="169530"/>
            <a:ext cx="857184" cy="592271"/>
          </a:xfrm>
          <a:prstGeom prst="rect">
            <a:avLst/>
          </a:prstGeom>
        </p:spPr>
      </p:pic>
      <p:sp>
        <p:nvSpPr>
          <p:cNvPr id="21" name="Rectángulo 20">
            <a:extLst>
              <a:ext uri="{FF2B5EF4-FFF2-40B4-BE49-F238E27FC236}">
                <a16:creationId xmlns:a16="http://schemas.microsoft.com/office/drawing/2014/main" id="{87EBEB3E-F1E2-5F00-9D6C-3013F460F9B9}"/>
              </a:ext>
            </a:extLst>
          </p:cNvPr>
          <p:cNvSpPr/>
          <p:nvPr/>
        </p:nvSpPr>
        <p:spPr>
          <a:xfrm>
            <a:off x="213629" y="371383"/>
            <a:ext cx="7577414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defTabSz="685749">
              <a:defRPr/>
            </a:pPr>
            <a:r>
              <a:rPr lang="es-ES" sz="2400" b="1" dirty="0" smtClean="0">
                <a:solidFill>
                  <a:srgbClr val="0C4A98"/>
                </a:solidFill>
                <a:latin typeface="Montserrat"/>
              </a:rPr>
              <a:t>Avances </a:t>
            </a:r>
            <a:r>
              <a:rPr lang="es-ES" sz="2400" b="1" dirty="0" err="1" smtClean="0">
                <a:solidFill>
                  <a:srgbClr val="0C4A98"/>
                </a:solidFill>
                <a:latin typeface="Montserrat"/>
              </a:rPr>
              <a:t>Hubspot</a:t>
            </a:r>
            <a:r>
              <a:rPr lang="es-ES" sz="2400" b="1" dirty="0" smtClean="0">
                <a:solidFill>
                  <a:srgbClr val="0C4A98"/>
                </a:solidFill>
                <a:latin typeface="Montserrat"/>
              </a:rPr>
              <a:t>: </a:t>
            </a:r>
            <a:r>
              <a:rPr lang="es-ES" sz="2400" b="1" dirty="0" err="1" smtClean="0">
                <a:solidFill>
                  <a:srgbClr val="0C4A98"/>
                </a:solidFill>
                <a:latin typeface="Montserrat"/>
              </a:rPr>
              <a:t>KPI’s+Ejecutivo</a:t>
            </a:r>
            <a:r>
              <a:rPr lang="es-ES" sz="2400" b="1" dirty="0" smtClean="0">
                <a:solidFill>
                  <a:srgbClr val="0C4A98"/>
                </a:solidFill>
                <a:latin typeface="Montserrat"/>
              </a:rPr>
              <a:t> Virtual</a:t>
            </a:r>
            <a:endParaRPr lang="es-MX" dirty="0"/>
          </a:p>
        </p:txBody>
      </p:sp>
      <p:sp>
        <p:nvSpPr>
          <p:cNvPr id="29" name="Google Shape;313;p32">
            <a:extLst>
              <a:ext uri="{FF2B5EF4-FFF2-40B4-BE49-F238E27FC236}">
                <a16:creationId xmlns:a16="http://schemas.microsoft.com/office/drawing/2014/main" id="{73441E1B-2F0C-186D-5F2D-C4EAFCB4FB46}"/>
              </a:ext>
            </a:extLst>
          </p:cNvPr>
          <p:cNvSpPr txBox="1"/>
          <p:nvPr/>
        </p:nvSpPr>
        <p:spPr>
          <a:xfrm>
            <a:off x="5475351" y="1779620"/>
            <a:ext cx="1903715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/>
            <a:r>
              <a:rPr lang="es-CL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1.129 UF</a:t>
            </a:r>
          </a:p>
        </p:txBody>
      </p:sp>
      <p:sp>
        <p:nvSpPr>
          <p:cNvPr id="34" name="Google Shape;313;p32">
            <a:extLst>
              <a:ext uri="{FF2B5EF4-FFF2-40B4-BE49-F238E27FC236}">
                <a16:creationId xmlns:a16="http://schemas.microsoft.com/office/drawing/2014/main" id="{A34C3DE8-F837-A2EE-E28B-20549E0D1836}"/>
              </a:ext>
            </a:extLst>
          </p:cNvPr>
          <p:cNvSpPr txBox="1"/>
          <p:nvPr/>
        </p:nvSpPr>
        <p:spPr>
          <a:xfrm>
            <a:off x="5599456" y="2839751"/>
            <a:ext cx="2042538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/>
            <a:r>
              <a:rPr lang="es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1.21 UF</a:t>
            </a:r>
            <a:endParaRPr sz="24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6" name="Google Shape;313;p32">
            <a:extLst>
              <a:ext uri="{FF2B5EF4-FFF2-40B4-BE49-F238E27FC236}">
                <a16:creationId xmlns:a16="http://schemas.microsoft.com/office/drawing/2014/main" id="{3C1E3420-D701-9F20-D777-E6173B49D9D2}"/>
              </a:ext>
            </a:extLst>
          </p:cNvPr>
          <p:cNvSpPr txBox="1"/>
          <p:nvPr/>
        </p:nvSpPr>
        <p:spPr>
          <a:xfrm>
            <a:off x="7204672" y="3989906"/>
            <a:ext cx="1499264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/>
            <a:r>
              <a:rPr lang="es-CL" sz="18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INTER.</a:t>
            </a:r>
            <a:endParaRPr sz="18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sp>
        <p:nvSpPr>
          <p:cNvPr id="38" name="Google Shape;313;p32">
            <a:extLst>
              <a:ext uri="{FF2B5EF4-FFF2-40B4-BE49-F238E27FC236}">
                <a16:creationId xmlns:a16="http://schemas.microsoft.com/office/drawing/2014/main" id="{7DAEB579-6EB1-EBFE-9526-129082F7E82C}"/>
              </a:ext>
            </a:extLst>
          </p:cNvPr>
          <p:cNvSpPr txBox="1"/>
          <p:nvPr/>
        </p:nvSpPr>
        <p:spPr>
          <a:xfrm>
            <a:off x="5492934" y="3907358"/>
            <a:ext cx="2140972" cy="553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>
              <a:defRPr lang="es-CL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783"/>
            <a:r>
              <a:rPr lang="es" sz="2400">
                <a:solidFill>
                  <a:srgbClr val="FFFFFF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rPr>
              <a:t>350 UF</a:t>
            </a:r>
            <a:endParaRPr sz="2400">
              <a:solidFill>
                <a:srgbClr val="FFFFFF"/>
              </a:solidFill>
              <a:latin typeface="Montserrat ExtraBold"/>
              <a:ea typeface="Montserrat ExtraBold"/>
              <a:cs typeface="Montserrat ExtraBold"/>
              <a:sym typeface="Montserrat ExtraBold"/>
            </a:endParaRPr>
          </a:p>
        </p:txBody>
      </p:sp>
      <p:pic>
        <p:nvPicPr>
          <p:cNvPr id="26" name="Imagem 1" descr="Forma, Retângulo&#10;&#10;O conteúdo gerado por IA pode estar incorreto.">
            <a:extLst>
              <a:ext uri="{FF2B5EF4-FFF2-40B4-BE49-F238E27FC236}">
                <a16:creationId xmlns:a16="http://schemas.microsoft.com/office/drawing/2014/main" id="{7F299651-BA20-D14E-0F37-D67E728DC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7456" y="-158750"/>
            <a:ext cx="222961" cy="5302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9039640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63a30a8-2d6d-4423-8dcb-4f1dea5cb93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0D405BA3FF8864DA8C3CAE627678E5A" ma:contentTypeVersion="13" ma:contentTypeDescription="Crear nuevo documento." ma:contentTypeScope="" ma:versionID="a05b49688d4dc51857f3b80fe0b0ad8f">
  <xsd:schema xmlns:xsd="http://www.w3.org/2001/XMLSchema" xmlns:xs="http://www.w3.org/2001/XMLSchema" xmlns:p="http://schemas.microsoft.com/office/2006/metadata/properties" xmlns:ns3="163a30a8-2d6d-4423-8dcb-4f1dea5cb935" xmlns:ns4="0e55b735-bfc9-4715-a226-df212bab56bc" targetNamespace="http://schemas.microsoft.com/office/2006/metadata/properties" ma:root="true" ma:fieldsID="8d317f115cfe0681194bc2d31064430d" ns3:_="" ns4:_="">
    <xsd:import namespace="163a30a8-2d6d-4423-8dcb-4f1dea5cb935"/>
    <xsd:import namespace="0e55b735-bfc9-4715-a226-df212bab56bc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4:SharedWithUsers" minOccurs="0"/>
                <xsd:element ref="ns4:SharedWithDetails" minOccurs="0"/>
                <xsd:element ref="ns4:SharingHintHash" minOccurs="0"/>
                <xsd:element ref="ns3:_activity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3a30a8-2d6d-4423-8dcb-4f1dea5cb93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55b735-bfc9-4715-a226-df212bab56bc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4CA9DCE-5DC4-4E8C-947B-97BB08FCCCF1}">
  <ds:schemaRefs>
    <ds:schemaRef ds:uri="163a30a8-2d6d-4423-8dcb-4f1dea5cb935"/>
    <ds:schemaRef ds:uri="http://schemas.microsoft.com/office/2006/metadata/properties"/>
    <ds:schemaRef ds:uri="0e55b735-bfc9-4715-a226-df212bab56bc"/>
    <ds:schemaRef ds:uri="http://purl.org/dc/terms/"/>
    <ds:schemaRef ds:uri="http://purl.org/dc/elements/1.1/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B3FB2445-B751-4A28-8298-9A8C6E16E2B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EC3A017-ADD2-458F-AB4C-0464D382080E}">
  <ds:schemaRefs>
    <ds:schemaRef ds:uri="0e55b735-bfc9-4715-a226-df212bab56bc"/>
    <ds:schemaRef ds:uri="163a30a8-2d6d-4423-8dcb-4f1dea5cb93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Metadata/LabelInfo.xml><?xml version="1.0" encoding="utf-8"?>
<clbl:labelList xmlns:clbl="http://schemas.microsoft.com/office/2020/mipLabelMetadata">
  <clbl:label id="{4ca56084-a70f-4b8a-ba87-4f16b3f115fe}" enabled="0" method="" siteId="{4ca56084-a70f-4b8a-ba87-4f16b3f115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22</Words>
  <Application>Microsoft Office PowerPoint</Application>
  <PresentationFormat>Presentación en pantalla (16:9)</PresentationFormat>
  <Paragraphs>10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Montserrat ExtraBold</vt:lpstr>
      <vt:lpstr>Montserrat</vt:lpstr>
      <vt:lpstr>Century Gothic</vt:lpstr>
      <vt:lpstr>Arial</vt:lpstr>
      <vt:lpstr>Simple Light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Francesco Iula Cusumano</dc:creator>
  <cp:lastModifiedBy>Maria Paz Haeger Loebel</cp:lastModifiedBy>
  <cp:revision>126</cp:revision>
  <dcterms:modified xsi:type="dcterms:W3CDTF">2026-06-19T14:02:52Z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0x010100E0D405BA3FF8864DA8C3CAE627678E5A</vt:lpwstr>
  </property>
  <property fmtid="{D5CDD505-2E9C-101B-9397-08002B2CF9AE}" pid="3" name="KriptosClassAi">
    <vt:lpwstr>1-Uso Interno</vt:lpwstr>
  </property>
</Properties>
</file>